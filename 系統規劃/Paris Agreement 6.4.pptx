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644" y="8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D96D64-5D8C-40AE-AA1F-C678460C34D3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</dgm:pt>
    <dgm:pt modelId="{059F24B7-E51A-4FAB-AFE4-2CEA4C148E19}">
      <dgm:prSet phldrT="[文字]" custT="1"/>
      <dgm:spPr/>
      <dgm:t>
        <a:bodyPr/>
        <a:lstStyle/>
        <a:p>
          <a:r>
            <a:rPr lang="en-US" altLang="en-US" sz="1200"/>
            <a:t>Project Idea</a:t>
          </a:r>
          <a:endParaRPr lang="zh-TW" altLang="en-US" sz="1200" dirty="0"/>
        </a:p>
      </dgm:t>
    </dgm:pt>
    <dgm:pt modelId="{F59BF7A5-CEE5-417D-BD55-94BBBE20E4B7}" type="parTrans" cxnId="{5ABC4B9F-9074-40FB-BF77-28FCC7BC7B3F}">
      <dgm:prSet/>
      <dgm:spPr/>
      <dgm:t>
        <a:bodyPr/>
        <a:lstStyle/>
        <a:p>
          <a:endParaRPr lang="zh-TW" altLang="en-US" sz="1200"/>
        </a:p>
      </dgm:t>
    </dgm:pt>
    <dgm:pt modelId="{5719C23B-8537-4BB5-BE6C-BF6999A4FDCB}" type="sibTrans" cxnId="{5ABC4B9F-9074-40FB-BF77-28FCC7BC7B3F}">
      <dgm:prSet/>
      <dgm:spPr/>
      <dgm:t>
        <a:bodyPr/>
        <a:lstStyle/>
        <a:p>
          <a:endParaRPr lang="zh-TW" altLang="en-US" sz="1200"/>
        </a:p>
      </dgm:t>
    </dgm:pt>
    <dgm:pt modelId="{E95279D7-5433-4864-A1C4-781D7F0DA54B}">
      <dgm:prSet custT="1"/>
      <dgm:spPr/>
      <dgm:t>
        <a:bodyPr/>
        <a:lstStyle/>
        <a:p>
          <a:r>
            <a:rPr lang="en-US" altLang="en-US" sz="1200"/>
            <a:t>Host Country Authorization</a:t>
          </a:r>
          <a:endParaRPr lang="zh-TW" altLang="en-US" sz="1200"/>
        </a:p>
      </dgm:t>
    </dgm:pt>
    <dgm:pt modelId="{1A2FBCAB-22F4-49F9-94DB-7A391C30679B}" type="parTrans" cxnId="{CED97197-4F9A-410C-BE9F-6C94872E61F1}">
      <dgm:prSet/>
      <dgm:spPr/>
      <dgm:t>
        <a:bodyPr/>
        <a:lstStyle/>
        <a:p>
          <a:endParaRPr lang="zh-TW" altLang="en-US" sz="1200"/>
        </a:p>
      </dgm:t>
    </dgm:pt>
    <dgm:pt modelId="{1C75EB46-29E4-4F4B-A49E-2AD508FE5F9A}" type="sibTrans" cxnId="{CED97197-4F9A-410C-BE9F-6C94872E61F1}">
      <dgm:prSet/>
      <dgm:spPr/>
      <dgm:t>
        <a:bodyPr/>
        <a:lstStyle/>
        <a:p>
          <a:endParaRPr lang="zh-TW" altLang="en-US" sz="1200"/>
        </a:p>
      </dgm:t>
    </dgm:pt>
    <dgm:pt modelId="{4158A550-4529-43D5-9388-562908095E5D}">
      <dgm:prSet custT="1"/>
      <dgm:spPr/>
      <dgm:t>
        <a:bodyPr/>
        <a:lstStyle/>
        <a:p>
          <a:r>
            <a:rPr lang="en-US" altLang="en-US" sz="1200"/>
            <a:t>Methodology Selection / Development</a:t>
          </a:r>
          <a:endParaRPr lang="zh-TW" altLang="en-US" sz="1200"/>
        </a:p>
      </dgm:t>
    </dgm:pt>
    <dgm:pt modelId="{539AE6FD-F3E3-4C54-AAB8-3049C5D6F6F3}" type="parTrans" cxnId="{D2659E3B-9B64-4B59-9444-27281FBCA1FD}">
      <dgm:prSet/>
      <dgm:spPr/>
      <dgm:t>
        <a:bodyPr/>
        <a:lstStyle/>
        <a:p>
          <a:endParaRPr lang="zh-TW" altLang="en-US" sz="1200"/>
        </a:p>
      </dgm:t>
    </dgm:pt>
    <dgm:pt modelId="{7F87F91E-2068-47D8-BD48-FB15ADDAB329}" type="sibTrans" cxnId="{D2659E3B-9B64-4B59-9444-27281FBCA1FD}">
      <dgm:prSet/>
      <dgm:spPr/>
      <dgm:t>
        <a:bodyPr/>
        <a:lstStyle/>
        <a:p>
          <a:endParaRPr lang="zh-TW" altLang="en-US" sz="1200"/>
        </a:p>
      </dgm:t>
    </dgm:pt>
    <dgm:pt modelId="{44673259-FBA5-405D-A840-D0DF4DC855C1}">
      <dgm:prSet custT="1"/>
      <dgm:spPr/>
      <dgm:t>
        <a:bodyPr/>
        <a:lstStyle/>
        <a:p>
          <a:r>
            <a:rPr lang="en-US" altLang="en-US" sz="1200"/>
            <a:t>Article 6.4 PDD</a:t>
          </a:r>
          <a:endParaRPr lang="zh-TW" altLang="en-US" sz="1200"/>
        </a:p>
      </dgm:t>
    </dgm:pt>
    <dgm:pt modelId="{9C5B638E-D926-4908-8B7A-1F9F782C9D63}" type="parTrans" cxnId="{E984585F-197E-480D-9D9F-5D898ADFDF39}">
      <dgm:prSet/>
      <dgm:spPr/>
      <dgm:t>
        <a:bodyPr/>
        <a:lstStyle/>
        <a:p>
          <a:endParaRPr lang="zh-TW" altLang="en-US" sz="1200"/>
        </a:p>
      </dgm:t>
    </dgm:pt>
    <dgm:pt modelId="{73CDFD78-A507-4D4F-A2E0-0FC317E29B5D}" type="sibTrans" cxnId="{E984585F-197E-480D-9D9F-5D898ADFDF39}">
      <dgm:prSet/>
      <dgm:spPr/>
      <dgm:t>
        <a:bodyPr/>
        <a:lstStyle/>
        <a:p>
          <a:endParaRPr lang="zh-TW" altLang="en-US" sz="1200"/>
        </a:p>
      </dgm:t>
    </dgm:pt>
    <dgm:pt modelId="{858487DE-FF53-4D70-A388-DC3612141E54}">
      <dgm:prSet custT="1"/>
      <dgm:spPr/>
      <dgm:t>
        <a:bodyPr/>
        <a:lstStyle/>
        <a:p>
          <a:r>
            <a:rPr lang="en-US" altLang="en-US" sz="1200"/>
            <a:t>VVB Validation</a:t>
          </a:r>
          <a:endParaRPr lang="zh-TW" altLang="en-US" sz="1200"/>
        </a:p>
      </dgm:t>
    </dgm:pt>
    <dgm:pt modelId="{3027319C-ACCD-4ECB-88BF-E7617CF93144}" type="parTrans" cxnId="{F332F0C2-1BCB-49F5-A7A9-2A4F6882920A}">
      <dgm:prSet/>
      <dgm:spPr/>
      <dgm:t>
        <a:bodyPr/>
        <a:lstStyle/>
        <a:p>
          <a:endParaRPr lang="zh-TW" altLang="en-US" sz="1200"/>
        </a:p>
      </dgm:t>
    </dgm:pt>
    <dgm:pt modelId="{AB2EA750-65B0-4A56-BF85-62C77FD206A8}" type="sibTrans" cxnId="{F332F0C2-1BCB-49F5-A7A9-2A4F6882920A}">
      <dgm:prSet/>
      <dgm:spPr/>
      <dgm:t>
        <a:bodyPr/>
        <a:lstStyle/>
        <a:p>
          <a:endParaRPr lang="zh-TW" altLang="en-US" sz="1200"/>
        </a:p>
      </dgm:t>
    </dgm:pt>
    <dgm:pt modelId="{31A0923C-F555-417B-AC0A-3D519302CAB0}">
      <dgm:prSet custT="1"/>
      <dgm:spPr/>
      <dgm:t>
        <a:bodyPr/>
        <a:lstStyle/>
        <a:p>
          <a:r>
            <a:rPr lang="en-US" altLang="en-US" sz="1200"/>
            <a:t>Article 6.4 Registry Registration</a:t>
          </a:r>
          <a:endParaRPr lang="zh-TW" altLang="en-US" sz="1200"/>
        </a:p>
      </dgm:t>
    </dgm:pt>
    <dgm:pt modelId="{00DBC85A-F486-44E6-BC9F-8A11ECD4372E}" type="parTrans" cxnId="{E82F1E35-6E09-46C4-A799-2009F6DA1A99}">
      <dgm:prSet/>
      <dgm:spPr/>
      <dgm:t>
        <a:bodyPr/>
        <a:lstStyle/>
        <a:p>
          <a:endParaRPr lang="zh-TW" altLang="en-US" sz="1200"/>
        </a:p>
      </dgm:t>
    </dgm:pt>
    <dgm:pt modelId="{5D4BAFB9-24E5-4270-9C68-8B3A194B5F19}" type="sibTrans" cxnId="{E82F1E35-6E09-46C4-A799-2009F6DA1A99}">
      <dgm:prSet/>
      <dgm:spPr/>
      <dgm:t>
        <a:bodyPr/>
        <a:lstStyle/>
        <a:p>
          <a:endParaRPr lang="zh-TW" altLang="en-US" sz="1200"/>
        </a:p>
      </dgm:t>
    </dgm:pt>
    <dgm:pt modelId="{CA5FD069-24DB-47CF-9A60-66C7EC617130}">
      <dgm:prSet custT="1"/>
      <dgm:spPr/>
      <dgm:t>
        <a:bodyPr/>
        <a:lstStyle/>
        <a:p>
          <a:r>
            <a:rPr lang="en-US" altLang="en-US" sz="1200"/>
            <a:t>Monitoring (MR)</a:t>
          </a:r>
          <a:endParaRPr lang="zh-TW" altLang="en-US" sz="1200"/>
        </a:p>
      </dgm:t>
    </dgm:pt>
    <dgm:pt modelId="{E7C82ADD-1DD5-485A-A09E-7C911632AA2D}" type="parTrans" cxnId="{062DC2A9-9B39-434E-AA03-3938FD1A9B36}">
      <dgm:prSet/>
      <dgm:spPr/>
      <dgm:t>
        <a:bodyPr/>
        <a:lstStyle/>
        <a:p>
          <a:endParaRPr lang="zh-TW" altLang="en-US" sz="1200"/>
        </a:p>
      </dgm:t>
    </dgm:pt>
    <dgm:pt modelId="{F8F0F672-9515-4A0F-BD08-F4E02B63665C}" type="sibTrans" cxnId="{062DC2A9-9B39-434E-AA03-3938FD1A9B36}">
      <dgm:prSet/>
      <dgm:spPr/>
      <dgm:t>
        <a:bodyPr/>
        <a:lstStyle/>
        <a:p>
          <a:endParaRPr lang="zh-TW" altLang="en-US" sz="1200"/>
        </a:p>
      </dgm:t>
    </dgm:pt>
    <dgm:pt modelId="{E3B42550-1A11-44C9-B286-96FDFD8F20EC}">
      <dgm:prSet custT="1"/>
      <dgm:spPr/>
      <dgm:t>
        <a:bodyPr/>
        <a:lstStyle/>
        <a:p>
          <a:r>
            <a:rPr lang="en-US" altLang="en-US" sz="1200"/>
            <a:t>VVB Verification</a:t>
          </a:r>
          <a:endParaRPr lang="zh-TW" altLang="en-US" sz="1200"/>
        </a:p>
      </dgm:t>
    </dgm:pt>
    <dgm:pt modelId="{9987F1DC-A0B2-40F1-8627-F721D430890A}" type="parTrans" cxnId="{D8593F77-E4A4-4906-AF82-478C2854BFA5}">
      <dgm:prSet/>
      <dgm:spPr/>
      <dgm:t>
        <a:bodyPr/>
        <a:lstStyle/>
        <a:p>
          <a:endParaRPr lang="zh-TW" altLang="en-US" sz="1200"/>
        </a:p>
      </dgm:t>
    </dgm:pt>
    <dgm:pt modelId="{F7F6C5C7-ADBF-4F07-AB95-BED5C76AA5A3}" type="sibTrans" cxnId="{D8593F77-E4A4-4906-AF82-478C2854BFA5}">
      <dgm:prSet/>
      <dgm:spPr/>
      <dgm:t>
        <a:bodyPr/>
        <a:lstStyle/>
        <a:p>
          <a:endParaRPr lang="zh-TW" altLang="en-US" sz="1200"/>
        </a:p>
      </dgm:t>
    </dgm:pt>
    <dgm:pt modelId="{34BF5465-B065-4802-B4D4-C4BA3D03FD85}">
      <dgm:prSet custT="1"/>
      <dgm:spPr/>
      <dgm:t>
        <a:bodyPr/>
        <a:lstStyle/>
        <a:p>
          <a:r>
            <a:rPr lang="en-US" altLang="en-US" sz="1200"/>
            <a:t>Issuance of A6.4ER</a:t>
          </a:r>
          <a:endParaRPr lang="zh-TW" altLang="en-US" sz="1200"/>
        </a:p>
      </dgm:t>
    </dgm:pt>
    <dgm:pt modelId="{C74AB4CD-2481-4DAA-8BCB-8DFA13516146}" type="parTrans" cxnId="{6386AA4C-4845-4276-AB85-A24A304FFDBA}">
      <dgm:prSet/>
      <dgm:spPr/>
      <dgm:t>
        <a:bodyPr/>
        <a:lstStyle/>
        <a:p>
          <a:endParaRPr lang="zh-TW" altLang="en-US" sz="1200"/>
        </a:p>
      </dgm:t>
    </dgm:pt>
    <dgm:pt modelId="{8ABC3BA9-1FFC-46F9-BA2E-02D16D750CDF}" type="sibTrans" cxnId="{6386AA4C-4845-4276-AB85-A24A304FFDBA}">
      <dgm:prSet/>
      <dgm:spPr/>
      <dgm:t>
        <a:bodyPr/>
        <a:lstStyle/>
        <a:p>
          <a:endParaRPr lang="zh-TW" altLang="en-US" sz="1200"/>
        </a:p>
      </dgm:t>
    </dgm:pt>
    <dgm:pt modelId="{D550E8DD-3E4C-46AF-A164-78A8A6DCB35F}">
      <dgm:prSet custT="1"/>
      <dgm:spPr/>
      <dgm:t>
        <a:bodyPr/>
        <a:lstStyle/>
        <a:p>
          <a:r>
            <a:rPr lang="en-US" altLang="en-US" sz="1200"/>
            <a:t>(Transfer / Use / Cancellation)</a:t>
          </a:r>
          <a:endParaRPr lang="zh-TW" altLang="en-US" sz="1200"/>
        </a:p>
      </dgm:t>
    </dgm:pt>
    <dgm:pt modelId="{8E316ED5-99D5-4291-AB70-7D41531D72D9}" type="parTrans" cxnId="{8F582FA8-10AD-4EA8-9E70-2E00BF10A34D}">
      <dgm:prSet/>
      <dgm:spPr/>
      <dgm:t>
        <a:bodyPr/>
        <a:lstStyle/>
        <a:p>
          <a:endParaRPr lang="zh-TW" altLang="en-US" sz="1200"/>
        </a:p>
      </dgm:t>
    </dgm:pt>
    <dgm:pt modelId="{099371A9-E6CD-4394-A355-F695225DBAD6}" type="sibTrans" cxnId="{8F582FA8-10AD-4EA8-9E70-2E00BF10A34D}">
      <dgm:prSet/>
      <dgm:spPr/>
      <dgm:t>
        <a:bodyPr/>
        <a:lstStyle/>
        <a:p>
          <a:endParaRPr lang="zh-TW" altLang="en-US" sz="1200"/>
        </a:p>
      </dgm:t>
    </dgm:pt>
    <dgm:pt modelId="{DE685FAC-A001-405E-860C-27E916627AB1}" type="pres">
      <dgm:prSet presAssocID="{1BD96D64-5D8C-40AE-AA1F-C678460C34D3}" presName="CompostProcess" presStyleCnt="0">
        <dgm:presLayoutVars>
          <dgm:dir/>
          <dgm:resizeHandles val="exact"/>
        </dgm:presLayoutVars>
      </dgm:prSet>
      <dgm:spPr/>
    </dgm:pt>
    <dgm:pt modelId="{05B3EC3F-90A9-4C7C-AF31-4183FC5CF7D1}" type="pres">
      <dgm:prSet presAssocID="{1BD96D64-5D8C-40AE-AA1F-C678460C34D3}" presName="arrow" presStyleLbl="bgShp" presStyleIdx="0" presStyleCnt="1" custScaleX="113293"/>
      <dgm:spPr/>
    </dgm:pt>
    <dgm:pt modelId="{EBDBA526-5CF7-4952-B06A-500DB93DCBCC}" type="pres">
      <dgm:prSet presAssocID="{1BD96D64-5D8C-40AE-AA1F-C678460C34D3}" presName="linearProcess" presStyleCnt="0"/>
      <dgm:spPr/>
    </dgm:pt>
    <dgm:pt modelId="{2436DB9D-28A2-48A2-9CA6-3DEE59B7994F}" type="pres">
      <dgm:prSet presAssocID="{059F24B7-E51A-4FAB-AFE4-2CEA4C148E19}" presName="textNode" presStyleLbl="node1" presStyleIdx="0" presStyleCnt="10">
        <dgm:presLayoutVars>
          <dgm:bulletEnabled val="1"/>
        </dgm:presLayoutVars>
      </dgm:prSet>
      <dgm:spPr/>
    </dgm:pt>
    <dgm:pt modelId="{4E4FFE27-856B-4775-B3E7-0069083EE280}" type="pres">
      <dgm:prSet presAssocID="{5719C23B-8537-4BB5-BE6C-BF6999A4FDCB}" presName="sibTrans" presStyleCnt="0"/>
      <dgm:spPr/>
    </dgm:pt>
    <dgm:pt modelId="{0FC57989-200C-46DB-8F10-DA66A58854FD}" type="pres">
      <dgm:prSet presAssocID="{E95279D7-5433-4864-A1C4-781D7F0DA54B}" presName="textNode" presStyleLbl="node1" presStyleIdx="1" presStyleCnt="10" custScaleX="111069">
        <dgm:presLayoutVars>
          <dgm:bulletEnabled val="1"/>
        </dgm:presLayoutVars>
      </dgm:prSet>
      <dgm:spPr/>
    </dgm:pt>
    <dgm:pt modelId="{C9DF6DC0-2A0F-4F1F-8792-6910CB0A333F}" type="pres">
      <dgm:prSet presAssocID="{1C75EB46-29E4-4F4B-A49E-2AD508FE5F9A}" presName="sibTrans" presStyleCnt="0"/>
      <dgm:spPr/>
    </dgm:pt>
    <dgm:pt modelId="{79671899-E3EA-4085-BFA5-BD0409D7AC2C}" type="pres">
      <dgm:prSet presAssocID="{4158A550-4529-43D5-9388-562908095E5D}" presName="textNode" presStyleLbl="node1" presStyleIdx="2" presStyleCnt="10" custScaleX="110272">
        <dgm:presLayoutVars>
          <dgm:bulletEnabled val="1"/>
        </dgm:presLayoutVars>
      </dgm:prSet>
      <dgm:spPr/>
    </dgm:pt>
    <dgm:pt modelId="{5C1AAD80-C321-4AB0-A7C8-091CB7B09857}" type="pres">
      <dgm:prSet presAssocID="{7F87F91E-2068-47D8-BD48-FB15ADDAB329}" presName="sibTrans" presStyleCnt="0"/>
      <dgm:spPr/>
    </dgm:pt>
    <dgm:pt modelId="{E5BF50DD-35BF-4F3B-82B0-37A404D18966}" type="pres">
      <dgm:prSet presAssocID="{44673259-FBA5-405D-A840-D0DF4DC855C1}" presName="textNode" presStyleLbl="node1" presStyleIdx="3" presStyleCnt="10">
        <dgm:presLayoutVars>
          <dgm:bulletEnabled val="1"/>
        </dgm:presLayoutVars>
      </dgm:prSet>
      <dgm:spPr/>
    </dgm:pt>
    <dgm:pt modelId="{713D67A6-4653-4F60-BDFF-E6EBB08E75C5}" type="pres">
      <dgm:prSet presAssocID="{73CDFD78-A507-4D4F-A2E0-0FC317E29B5D}" presName="sibTrans" presStyleCnt="0"/>
      <dgm:spPr/>
    </dgm:pt>
    <dgm:pt modelId="{7EDDD277-E9D7-45A3-90C8-BCDEFE88516B}" type="pres">
      <dgm:prSet presAssocID="{858487DE-FF53-4D70-A388-DC3612141E54}" presName="textNode" presStyleLbl="node1" presStyleIdx="4" presStyleCnt="10">
        <dgm:presLayoutVars>
          <dgm:bulletEnabled val="1"/>
        </dgm:presLayoutVars>
      </dgm:prSet>
      <dgm:spPr/>
    </dgm:pt>
    <dgm:pt modelId="{85E7F189-C1E5-4B06-BC19-ECE21EFE11F4}" type="pres">
      <dgm:prSet presAssocID="{AB2EA750-65B0-4A56-BF85-62C77FD206A8}" presName="sibTrans" presStyleCnt="0"/>
      <dgm:spPr/>
    </dgm:pt>
    <dgm:pt modelId="{462926BF-2043-4B04-8F8D-366F1203976C}" type="pres">
      <dgm:prSet presAssocID="{31A0923C-F555-417B-AC0A-3D519302CAB0}" presName="textNode" presStyleLbl="node1" presStyleIdx="5" presStyleCnt="10">
        <dgm:presLayoutVars>
          <dgm:bulletEnabled val="1"/>
        </dgm:presLayoutVars>
      </dgm:prSet>
      <dgm:spPr/>
    </dgm:pt>
    <dgm:pt modelId="{9AEC8D5F-1BFD-4A96-8966-DEBBA5845FA5}" type="pres">
      <dgm:prSet presAssocID="{5D4BAFB9-24E5-4270-9C68-8B3A194B5F19}" presName="sibTrans" presStyleCnt="0"/>
      <dgm:spPr/>
    </dgm:pt>
    <dgm:pt modelId="{B331B038-9536-4108-A022-9B57CE64B0E6}" type="pres">
      <dgm:prSet presAssocID="{CA5FD069-24DB-47CF-9A60-66C7EC617130}" presName="textNode" presStyleLbl="node1" presStyleIdx="6" presStyleCnt="10">
        <dgm:presLayoutVars>
          <dgm:bulletEnabled val="1"/>
        </dgm:presLayoutVars>
      </dgm:prSet>
      <dgm:spPr/>
    </dgm:pt>
    <dgm:pt modelId="{1AF1F69C-2E00-4613-8A3A-F70A29AE291C}" type="pres">
      <dgm:prSet presAssocID="{F8F0F672-9515-4A0F-BD08-F4E02B63665C}" presName="sibTrans" presStyleCnt="0"/>
      <dgm:spPr/>
    </dgm:pt>
    <dgm:pt modelId="{473AF8C9-0E29-436E-BA1B-B3C62032C894}" type="pres">
      <dgm:prSet presAssocID="{E3B42550-1A11-44C9-B286-96FDFD8F20EC}" presName="textNode" presStyleLbl="node1" presStyleIdx="7" presStyleCnt="10">
        <dgm:presLayoutVars>
          <dgm:bulletEnabled val="1"/>
        </dgm:presLayoutVars>
      </dgm:prSet>
      <dgm:spPr/>
    </dgm:pt>
    <dgm:pt modelId="{81FE64B4-6D6E-429F-AB93-7A9C85F1C237}" type="pres">
      <dgm:prSet presAssocID="{F7F6C5C7-ADBF-4F07-AB95-BED5C76AA5A3}" presName="sibTrans" presStyleCnt="0"/>
      <dgm:spPr/>
    </dgm:pt>
    <dgm:pt modelId="{90EF5FF3-7FCF-4EC8-8A6E-7DC28E1CB466}" type="pres">
      <dgm:prSet presAssocID="{34BF5465-B065-4802-B4D4-C4BA3D03FD85}" presName="textNode" presStyleLbl="node1" presStyleIdx="8" presStyleCnt="10">
        <dgm:presLayoutVars>
          <dgm:bulletEnabled val="1"/>
        </dgm:presLayoutVars>
      </dgm:prSet>
      <dgm:spPr/>
    </dgm:pt>
    <dgm:pt modelId="{DDB1C6E1-8E30-4094-9406-4A7CFAFB9CA9}" type="pres">
      <dgm:prSet presAssocID="{8ABC3BA9-1FFC-46F9-BA2E-02D16D750CDF}" presName="sibTrans" presStyleCnt="0"/>
      <dgm:spPr/>
    </dgm:pt>
    <dgm:pt modelId="{283BD47D-4054-469C-8999-CDDB667336D2}" type="pres">
      <dgm:prSet presAssocID="{D550E8DD-3E4C-46AF-A164-78A8A6DCB35F}" presName="textNode" presStyleLbl="node1" presStyleIdx="9" presStyleCnt="10">
        <dgm:presLayoutVars>
          <dgm:bulletEnabled val="1"/>
        </dgm:presLayoutVars>
      </dgm:prSet>
      <dgm:spPr/>
    </dgm:pt>
  </dgm:ptLst>
  <dgm:cxnLst>
    <dgm:cxn modelId="{042EFC16-6446-4BD8-AB54-67B68081C82D}" type="presOf" srcId="{D550E8DD-3E4C-46AF-A164-78A8A6DCB35F}" destId="{283BD47D-4054-469C-8999-CDDB667336D2}" srcOrd="0" destOrd="0" presId="urn:microsoft.com/office/officeart/2005/8/layout/hProcess9"/>
    <dgm:cxn modelId="{06DBA325-D9A3-42D2-ADC6-CA6E14CFD133}" type="presOf" srcId="{E95279D7-5433-4864-A1C4-781D7F0DA54B}" destId="{0FC57989-200C-46DB-8F10-DA66A58854FD}" srcOrd="0" destOrd="0" presId="urn:microsoft.com/office/officeart/2005/8/layout/hProcess9"/>
    <dgm:cxn modelId="{E82F1E35-6E09-46C4-A799-2009F6DA1A99}" srcId="{1BD96D64-5D8C-40AE-AA1F-C678460C34D3}" destId="{31A0923C-F555-417B-AC0A-3D519302CAB0}" srcOrd="5" destOrd="0" parTransId="{00DBC85A-F486-44E6-BC9F-8A11ECD4372E}" sibTransId="{5D4BAFB9-24E5-4270-9C68-8B3A194B5F19}"/>
    <dgm:cxn modelId="{D2659E3B-9B64-4B59-9444-27281FBCA1FD}" srcId="{1BD96D64-5D8C-40AE-AA1F-C678460C34D3}" destId="{4158A550-4529-43D5-9388-562908095E5D}" srcOrd="2" destOrd="0" parTransId="{539AE6FD-F3E3-4C54-AAB8-3049C5D6F6F3}" sibTransId="{7F87F91E-2068-47D8-BD48-FB15ADDAB329}"/>
    <dgm:cxn modelId="{E984585F-197E-480D-9D9F-5D898ADFDF39}" srcId="{1BD96D64-5D8C-40AE-AA1F-C678460C34D3}" destId="{44673259-FBA5-405D-A840-D0DF4DC855C1}" srcOrd="3" destOrd="0" parTransId="{9C5B638E-D926-4908-8B7A-1F9F782C9D63}" sibTransId="{73CDFD78-A507-4D4F-A2E0-0FC317E29B5D}"/>
    <dgm:cxn modelId="{5794F863-9826-42E5-A26B-AA8D1DEC79D4}" type="presOf" srcId="{059F24B7-E51A-4FAB-AFE4-2CEA4C148E19}" destId="{2436DB9D-28A2-48A2-9CA6-3DEE59B7994F}" srcOrd="0" destOrd="0" presId="urn:microsoft.com/office/officeart/2005/8/layout/hProcess9"/>
    <dgm:cxn modelId="{361B126C-AFD2-404E-AC89-7EFFBB3A5882}" type="presOf" srcId="{44673259-FBA5-405D-A840-D0DF4DC855C1}" destId="{E5BF50DD-35BF-4F3B-82B0-37A404D18966}" srcOrd="0" destOrd="0" presId="urn:microsoft.com/office/officeart/2005/8/layout/hProcess9"/>
    <dgm:cxn modelId="{6386AA4C-4845-4276-AB85-A24A304FFDBA}" srcId="{1BD96D64-5D8C-40AE-AA1F-C678460C34D3}" destId="{34BF5465-B065-4802-B4D4-C4BA3D03FD85}" srcOrd="8" destOrd="0" parTransId="{C74AB4CD-2481-4DAA-8BCB-8DFA13516146}" sibTransId="{8ABC3BA9-1FFC-46F9-BA2E-02D16D750CDF}"/>
    <dgm:cxn modelId="{D8593F77-E4A4-4906-AF82-478C2854BFA5}" srcId="{1BD96D64-5D8C-40AE-AA1F-C678460C34D3}" destId="{E3B42550-1A11-44C9-B286-96FDFD8F20EC}" srcOrd="7" destOrd="0" parTransId="{9987F1DC-A0B2-40F1-8627-F721D430890A}" sibTransId="{F7F6C5C7-ADBF-4F07-AB95-BED5C76AA5A3}"/>
    <dgm:cxn modelId="{CED97197-4F9A-410C-BE9F-6C94872E61F1}" srcId="{1BD96D64-5D8C-40AE-AA1F-C678460C34D3}" destId="{E95279D7-5433-4864-A1C4-781D7F0DA54B}" srcOrd="1" destOrd="0" parTransId="{1A2FBCAB-22F4-49F9-94DB-7A391C30679B}" sibTransId="{1C75EB46-29E4-4F4B-A49E-2AD508FE5F9A}"/>
    <dgm:cxn modelId="{5ABC4B9F-9074-40FB-BF77-28FCC7BC7B3F}" srcId="{1BD96D64-5D8C-40AE-AA1F-C678460C34D3}" destId="{059F24B7-E51A-4FAB-AFE4-2CEA4C148E19}" srcOrd="0" destOrd="0" parTransId="{F59BF7A5-CEE5-417D-BD55-94BBBE20E4B7}" sibTransId="{5719C23B-8537-4BB5-BE6C-BF6999A4FDCB}"/>
    <dgm:cxn modelId="{8F582FA8-10AD-4EA8-9E70-2E00BF10A34D}" srcId="{1BD96D64-5D8C-40AE-AA1F-C678460C34D3}" destId="{D550E8DD-3E4C-46AF-A164-78A8A6DCB35F}" srcOrd="9" destOrd="0" parTransId="{8E316ED5-99D5-4291-AB70-7D41531D72D9}" sibTransId="{099371A9-E6CD-4394-A355-F695225DBAD6}"/>
    <dgm:cxn modelId="{062DC2A9-9B39-434E-AA03-3938FD1A9B36}" srcId="{1BD96D64-5D8C-40AE-AA1F-C678460C34D3}" destId="{CA5FD069-24DB-47CF-9A60-66C7EC617130}" srcOrd="6" destOrd="0" parTransId="{E7C82ADD-1DD5-485A-A09E-7C911632AA2D}" sibTransId="{F8F0F672-9515-4A0F-BD08-F4E02B63665C}"/>
    <dgm:cxn modelId="{50889BBC-90AB-476F-8428-3B006B6D4C3A}" type="presOf" srcId="{4158A550-4529-43D5-9388-562908095E5D}" destId="{79671899-E3EA-4085-BFA5-BD0409D7AC2C}" srcOrd="0" destOrd="0" presId="urn:microsoft.com/office/officeart/2005/8/layout/hProcess9"/>
    <dgm:cxn modelId="{38529BBD-C238-4CD2-9AAB-4DC5C4327A9D}" type="presOf" srcId="{858487DE-FF53-4D70-A388-DC3612141E54}" destId="{7EDDD277-E9D7-45A3-90C8-BCDEFE88516B}" srcOrd="0" destOrd="0" presId="urn:microsoft.com/office/officeart/2005/8/layout/hProcess9"/>
    <dgm:cxn modelId="{F332F0C2-1BCB-49F5-A7A9-2A4F6882920A}" srcId="{1BD96D64-5D8C-40AE-AA1F-C678460C34D3}" destId="{858487DE-FF53-4D70-A388-DC3612141E54}" srcOrd="4" destOrd="0" parTransId="{3027319C-ACCD-4ECB-88BF-E7617CF93144}" sibTransId="{AB2EA750-65B0-4A56-BF85-62C77FD206A8}"/>
    <dgm:cxn modelId="{2242B4CD-1145-4607-8612-AA6BD23F5177}" type="presOf" srcId="{1BD96D64-5D8C-40AE-AA1F-C678460C34D3}" destId="{DE685FAC-A001-405E-860C-27E916627AB1}" srcOrd="0" destOrd="0" presId="urn:microsoft.com/office/officeart/2005/8/layout/hProcess9"/>
    <dgm:cxn modelId="{9B01DCD0-42ED-4465-A82B-2351C2A3D2CE}" type="presOf" srcId="{34BF5465-B065-4802-B4D4-C4BA3D03FD85}" destId="{90EF5FF3-7FCF-4EC8-8A6E-7DC28E1CB466}" srcOrd="0" destOrd="0" presId="urn:microsoft.com/office/officeart/2005/8/layout/hProcess9"/>
    <dgm:cxn modelId="{4317E4D0-8F10-445F-A745-2312813AC2BF}" type="presOf" srcId="{E3B42550-1A11-44C9-B286-96FDFD8F20EC}" destId="{473AF8C9-0E29-436E-BA1B-B3C62032C894}" srcOrd="0" destOrd="0" presId="urn:microsoft.com/office/officeart/2005/8/layout/hProcess9"/>
    <dgm:cxn modelId="{2EE2EAD8-75CF-4F92-9001-C3B6D1A34654}" type="presOf" srcId="{31A0923C-F555-417B-AC0A-3D519302CAB0}" destId="{462926BF-2043-4B04-8F8D-366F1203976C}" srcOrd="0" destOrd="0" presId="urn:microsoft.com/office/officeart/2005/8/layout/hProcess9"/>
    <dgm:cxn modelId="{B7FBABDB-1417-47CB-8DDD-5A5A109F3BF4}" type="presOf" srcId="{CA5FD069-24DB-47CF-9A60-66C7EC617130}" destId="{B331B038-9536-4108-A022-9B57CE64B0E6}" srcOrd="0" destOrd="0" presId="urn:microsoft.com/office/officeart/2005/8/layout/hProcess9"/>
    <dgm:cxn modelId="{0A4A4191-051D-4C0C-88D3-BA75F9A13439}" type="presParOf" srcId="{DE685FAC-A001-405E-860C-27E916627AB1}" destId="{05B3EC3F-90A9-4C7C-AF31-4183FC5CF7D1}" srcOrd="0" destOrd="0" presId="urn:microsoft.com/office/officeart/2005/8/layout/hProcess9"/>
    <dgm:cxn modelId="{70B15BBB-8980-41AE-96ED-233FAA069549}" type="presParOf" srcId="{DE685FAC-A001-405E-860C-27E916627AB1}" destId="{EBDBA526-5CF7-4952-B06A-500DB93DCBCC}" srcOrd="1" destOrd="0" presId="urn:microsoft.com/office/officeart/2005/8/layout/hProcess9"/>
    <dgm:cxn modelId="{B909BC59-E07F-46A9-9E55-E0AB8A0706AE}" type="presParOf" srcId="{EBDBA526-5CF7-4952-B06A-500DB93DCBCC}" destId="{2436DB9D-28A2-48A2-9CA6-3DEE59B7994F}" srcOrd="0" destOrd="0" presId="urn:microsoft.com/office/officeart/2005/8/layout/hProcess9"/>
    <dgm:cxn modelId="{5821A772-C357-4CC6-9439-FE5BABE8DBF2}" type="presParOf" srcId="{EBDBA526-5CF7-4952-B06A-500DB93DCBCC}" destId="{4E4FFE27-856B-4775-B3E7-0069083EE280}" srcOrd="1" destOrd="0" presId="urn:microsoft.com/office/officeart/2005/8/layout/hProcess9"/>
    <dgm:cxn modelId="{39D66F32-3CFA-41B2-9E32-B5B19038075D}" type="presParOf" srcId="{EBDBA526-5CF7-4952-B06A-500DB93DCBCC}" destId="{0FC57989-200C-46DB-8F10-DA66A58854FD}" srcOrd="2" destOrd="0" presId="urn:microsoft.com/office/officeart/2005/8/layout/hProcess9"/>
    <dgm:cxn modelId="{31A8BD0A-D924-42B1-B574-93579731B0D3}" type="presParOf" srcId="{EBDBA526-5CF7-4952-B06A-500DB93DCBCC}" destId="{C9DF6DC0-2A0F-4F1F-8792-6910CB0A333F}" srcOrd="3" destOrd="0" presId="urn:microsoft.com/office/officeart/2005/8/layout/hProcess9"/>
    <dgm:cxn modelId="{FCE185AA-1BAC-4692-981F-401DAA8704BD}" type="presParOf" srcId="{EBDBA526-5CF7-4952-B06A-500DB93DCBCC}" destId="{79671899-E3EA-4085-BFA5-BD0409D7AC2C}" srcOrd="4" destOrd="0" presId="urn:microsoft.com/office/officeart/2005/8/layout/hProcess9"/>
    <dgm:cxn modelId="{7BA1AB4F-0334-408E-BCE3-DEC4FA7515FB}" type="presParOf" srcId="{EBDBA526-5CF7-4952-B06A-500DB93DCBCC}" destId="{5C1AAD80-C321-4AB0-A7C8-091CB7B09857}" srcOrd="5" destOrd="0" presId="urn:microsoft.com/office/officeart/2005/8/layout/hProcess9"/>
    <dgm:cxn modelId="{2049A6B1-4475-469B-A92B-F6BD0DE6DA23}" type="presParOf" srcId="{EBDBA526-5CF7-4952-B06A-500DB93DCBCC}" destId="{E5BF50DD-35BF-4F3B-82B0-37A404D18966}" srcOrd="6" destOrd="0" presId="urn:microsoft.com/office/officeart/2005/8/layout/hProcess9"/>
    <dgm:cxn modelId="{6CA0CE76-AA09-4365-8466-CBFD875710EC}" type="presParOf" srcId="{EBDBA526-5CF7-4952-B06A-500DB93DCBCC}" destId="{713D67A6-4653-4F60-BDFF-E6EBB08E75C5}" srcOrd="7" destOrd="0" presId="urn:microsoft.com/office/officeart/2005/8/layout/hProcess9"/>
    <dgm:cxn modelId="{54193D8C-11A7-4B5D-B03C-A5231C56F4F1}" type="presParOf" srcId="{EBDBA526-5CF7-4952-B06A-500DB93DCBCC}" destId="{7EDDD277-E9D7-45A3-90C8-BCDEFE88516B}" srcOrd="8" destOrd="0" presId="urn:microsoft.com/office/officeart/2005/8/layout/hProcess9"/>
    <dgm:cxn modelId="{D990A210-E8E4-4F87-A98D-338174F47B7D}" type="presParOf" srcId="{EBDBA526-5CF7-4952-B06A-500DB93DCBCC}" destId="{85E7F189-C1E5-4B06-BC19-ECE21EFE11F4}" srcOrd="9" destOrd="0" presId="urn:microsoft.com/office/officeart/2005/8/layout/hProcess9"/>
    <dgm:cxn modelId="{8CA31387-C379-425B-B081-5E326B43F118}" type="presParOf" srcId="{EBDBA526-5CF7-4952-B06A-500DB93DCBCC}" destId="{462926BF-2043-4B04-8F8D-366F1203976C}" srcOrd="10" destOrd="0" presId="urn:microsoft.com/office/officeart/2005/8/layout/hProcess9"/>
    <dgm:cxn modelId="{2CC37E4D-308A-4498-959D-E398155CABD5}" type="presParOf" srcId="{EBDBA526-5CF7-4952-B06A-500DB93DCBCC}" destId="{9AEC8D5F-1BFD-4A96-8966-DEBBA5845FA5}" srcOrd="11" destOrd="0" presId="urn:microsoft.com/office/officeart/2005/8/layout/hProcess9"/>
    <dgm:cxn modelId="{EFB36FA3-2B1F-4650-B451-86628F27B1D4}" type="presParOf" srcId="{EBDBA526-5CF7-4952-B06A-500DB93DCBCC}" destId="{B331B038-9536-4108-A022-9B57CE64B0E6}" srcOrd="12" destOrd="0" presId="urn:microsoft.com/office/officeart/2005/8/layout/hProcess9"/>
    <dgm:cxn modelId="{1CF22E16-B449-4164-AF0F-07609FACE5E5}" type="presParOf" srcId="{EBDBA526-5CF7-4952-B06A-500DB93DCBCC}" destId="{1AF1F69C-2E00-4613-8A3A-F70A29AE291C}" srcOrd="13" destOrd="0" presId="urn:microsoft.com/office/officeart/2005/8/layout/hProcess9"/>
    <dgm:cxn modelId="{74C7D436-9A0C-4244-921B-DFDF9E7EFE60}" type="presParOf" srcId="{EBDBA526-5CF7-4952-B06A-500DB93DCBCC}" destId="{473AF8C9-0E29-436E-BA1B-B3C62032C894}" srcOrd="14" destOrd="0" presId="urn:microsoft.com/office/officeart/2005/8/layout/hProcess9"/>
    <dgm:cxn modelId="{5346B4DF-E0D0-4037-AD3D-05C6944CDC8B}" type="presParOf" srcId="{EBDBA526-5CF7-4952-B06A-500DB93DCBCC}" destId="{81FE64B4-6D6E-429F-AB93-7A9C85F1C237}" srcOrd="15" destOrd="0" presId="urn:microsoft.com/office/officeart/2005/8/layout/hProcess9"/>
    <dgm:cxn modelId="{CF6B6DDC-7592-47BA-BBED-D1593EB8C1C3}" type="presParOf" srcId="{EBDBA526-5CF7-4952-B06A-500DB93DCBCC}" destId="{90EF5FF3-7FCF-4EC8-8A6E-7DC28E1CB466}" srcOrd="16" destOrd="0" presId="urn:microsoft.com/office/officeart/2005/8/layout/hProcess9"/>
    <dgm:cxn modelId="{0C763406-6C0A-4114-B4E8-538D12C4425E}" type="presParOf" srcId="{EBDBA526-5CF7-4952-B06A-500DB93DCBCC}" destId="{DDB1C6E1-8E30-4094-9406-4A7CFAFB9CA9}" srcOrd="17" destOrd="0" presId="urn:microsoft.com/office/officeart/2005/8/layout/hProcess9"/>
    <dgm:cxn modelId="{8FE4861B-D57B-408D-8F17-2B996978C3F1}" type="presParOf" srcId="{EBDBA526-5CF7-4952-B06A-500DB93DCBCC}" destId="{283BD47D-4054-469C-8999-CDDB667336D2}" srcOrd="1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3EC3F-90A9-4C7C-AF31-4183FC5CF7D1}">
      <dsp:nvSpPr>
        <dsp:cNvPr id="0" name=""/>
        <dsp:cNvSpPr/>
      </dsp:nvSpPr>
      <dsp:spPr>
        <a:xfrm>
          <a:off x="216708" y="0"/>
          <a:ext cx="11277570" cy="2378868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36DB9D-28A2-48A2-9CA6-3DEE59B7994F}">
      <dsp:nvSpPr>
        <dsp:cNvPr id="0" name=""/>
        <dsp:cNvSpPr/>
      </dsp:nvSpPr>
      <dsp:spPr>
        <a:xfrm>
          <a:off x="8115" y="713660"/>
          <a:ext cx="998407" cy="95154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/>
            <a:t>Project Idea</a:t>
          </a:r>
          <a:endParaRPr lang="zh-TW" altLang="en-US" sz="1200" kern="1200" dirty="0"/>
        </a:p>
      </dsp:txBody>
      <dsp:txXfrm>
        <a:off x="54566" y="760111"/>
        <a:ext cx="905505" cy="858645"/>
      </dsp:txXfrm>
    </dsp:sp>
    <dsp:sp modelId="{0FC57989-200C-46DB-8F10-DA66A58854FD}">
      <dsp:nvSpPr>
        <dsp:cNvPr id="0" name=""/>
        <dsp:cNvSpPr/>
      </dsp:nvSpPr>
      <dsp:spPr>
        <a:xfrm>
          <a:off x="1172924" y="713660"/>
          <a:ext cx="1108921" cy="951547"/>
        </a:xfrm>
        <a:prstGeom prst="roundRect">
          <a:avLst/>
        </a:prstGeom>
        <a:solidFill>
          <a:schemeClr val="accent4">
            <a:hueOff val="-496086"/>
            <a:satOff val="2989"/>
            <a:lumOff val="2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/>
            <a:t>Host Country Authorization</a:t>
          </a:r>
          <a:endParaRPr lang="zh-TW" altLang="en-US" sz="1200" kern="1200"/>
        </a:p>
      </dsp:txBody>
      <dsp:txXfrm>
        <a:off x="1219375" y="760111"/>
        <a:ext cx="1016019" cy="858645"/>
      </dsp:txXfrm>
    </dsp:sp>
    <dsp:sp modelId="{79671899-E3EA-4085-BFA5-BD0409D7AC2C}">
      <dsp:nvSpPr>
        <dsp:cNvPr id="0" name=""/>
        <dsp:cNvSpPr/>
      </dsp:nvSpPr>
      <dsp:spPr>
        <a:xfrm>
          <a:off x="2448247" y="713660"/>
          <a:ext cx="1100963" cy="951547"/>
        </a:xfrm>
        <a:prstGeom prst="roundRect">
          <a:avLst/>
        </a:prstGeom>
        <a:solidFill>
          <a:schemeClr val="accent4">
            <a:hueOff val="-992171"/>
            <a:satOff val="5978"/>
            <a:lumOff val="4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/>
            <a:t>Methodology Selection / Development</a:t>
          </a:r>
          <a:endParaRPr lang="zh-TW" altLang="en-US" sz="1200" kern="1200"/>
        </a:p>
      </dsp:txBody>
      <dsp:txXfrm>
        <a:off x="2494698" y="760111"/>
        <a:ext cx="1008061" cy="858645"/>
      </dsp:txXfrm>
    </dsp:sp>
    <dsp:sp modelId="{E5BF50DD-35BF-4F3B-82B0-37A404D18966}">
      <dsp:nvSpPr>
        <dsp:cNvPr id="0" name=""/>
        <dsp:cNvSpPr/>
      </dsp:nvSpPr>
      <dsp:spPr>
        <a:xfrm>
          <a:off x="3715612" y="713660"/>
          <a:ext cx="998407" cy="951547"/>
        </a:xfrm>
        <a:prstGeom prst="round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/>
            <a:t>Article 6.4 PDD</a:t>
          </a:r>
          <a:endParaRPr lang="zh-TW" altLang="en-US" sz="1200" kern="1200"/>
        </a:p>
      </dsp:txBody>
      <dsp:txXfrm>
        <a:off x="3762063" y="760111"/>
        <a:ext cx="905505" cy="858645"/>
      </dsp:txXfrm>
    </dsp:sp>
    <dsp:sp modelId="{7EDDD277-E9D7-45A3-90C8-BCDEFE88516B}">
      <dsp:nvSpPr>
        <dsp:cNvPr id="0" name=""/>
        <dsp:cNvSpPr/>
      </dsp:nvSpPr>
      <dsp:spPr>
        <a:xfrm>
          <a:off x="4880420" y="713660"/>
          <a:ext cx="998407" cy="951547"/>
        </a:xfrm>
        <a:prstGeom prst="roundRect">
          <a:avLst/>
        </a:prstGeom>
        <a:solidFill>
          <a:schemeClr val="accent4">
            <a:hueOff val="-1984342"/>
            <a:satOff val="11955"/>
            <a:lumOff val="9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/>
            <a:t>VVB Validation</a:t>
          </a:r>
          <a:endParaRPr lang="zh-TW" altLang="en-US" sz="1200" kern="1200"/>
        </a:p>
      </dsp:txBody>
      <dsp:txXfrm>
        <a:off x="4926871" y="760111"/>
        <a:ext cx="905505" cy="858645"/>
      </dsp:txXfrm>
    </dsp:sp>
    <dsp:sp modelId="{462926BF-2043-4B04-8F8D-366F1203976C}">
      <dsp:nvSpPr>
        <dsp:cNvPr id="0" name=""/>
        <dsp:cNvSpPr/>
      </dsp:nvSpPr>
      <dsp:spPr>
        <a:xfrm>
          <a:off x="6045229" y="713660"/>
          <a:ext cx="998407" cy="951547"/>
        </a:xfrm>
        <a:prstGeom prst="roundRect">
          <a:avLst/>
        </a:prstGeom>
        <a:solidFill>
          <a:schemeClr val="accent4">
            <a:hueOff val="-2480428"/>
            <a:satOff val="14944"/>
            <a:lumOff val="11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/>
            <a:t>Article 6.4 Registry Registration</a:t>
          </a:r>
          <a:endParaRPr lang="zh-TW" altLang="en-US" sz="1200" kern="1200"/>
        </a:p>
      </dsp:txBody>
      <dsp:txXfrm>
        <a:off x="6091680" y="760111"/>
        <a:ext cx="905505" cy="858645"/>
      </dsp:txXfrm>
    </dsp:sp>
    <dsp:sp modelId="{B331B038-9536-4108-A022-9B57CE64B0E6}">
      <dsp:nvSpPr>
        <dsp:cNvPr id="0" name=""/>
        <dsp:cNvSpPr/>
      </dsp:nvSpPr>
      <dsp:spPr>
        <a:xfrm>
          <a:off x="7210038" y="713660"/>
          <a:ext cx="998407" cy="951547"/>
        </a:xfrm>
        <a:prstGeom prst="round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/>
            <a:t>Monitoring (MR)</a:t>
          </a:r>
          <a:endParaRPr lang="zh-TW" altLang="en-US" sz="1200" kern="1200"/>
        </a:p>
      </dsp:txBody>
      <dsp:txXfrm>
        <a:off x="7256489" y="760111"/>
        <a:ext cx="905505" cy="858645"/>
      </dsp:txXfrm>
    </dsp:sp>
    <dsp:sp modelId="{473AF8C9-0E29-436E-BA1B-B3C62032C894}">
      <dsp:nvSpPr>
        <dsp:cNvPr id="0" name=""/>
        <dsp:cNvSpPr/>
      </dsp:nvSpPr>
      <dsp:spPr>
        <a:xfrm>
          <a:off x="8374847" y="713660"/>
          <a:ext cx="998407" cy="951547"/>
        </a:xfrm>
        <a:prstGeom prst="roundRect">
          <a:avLst/>
        </a:prstGeom>
        <a:solidFill>
          <a:schemeClr val="accent4">
            <a:hueOff val="-3472599"/>
            <a:satOff val="20921"/>
            <a:lumOff val="16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/>
            <a:t>VVB Verification</a:t>
          </a:r>
          <a:endParaRPr lang="zh-TW" altLang="en-US" sz="1200" kern="1200"/>
        </a:p>
      </dsp:txBody>
      <dsp:txXfrm>
        <a:off x="8421298" y="760111"/>
        <a:ext cx="905505" cy="858645"/>
      </dsp:txXfrm>
    </dsp:sp>
    <dsp:sp modelId="{90EF5FF3-7FCF-4EC8-8A6E-7DC28E1CB466}">
      <dsp:nvSpPr>
        <dsp:cNvPr id="0" name=""/>
        <dsp:cNvSpPr/>
      </dsp:nvSpPr>
      <dsp:spPr>
        <a:xfrm>
          <a:off x="9539655" y="713660"/>
          <a:ext cx="998407" cy="951547"/>
        </a:xfrm>
        <a:prstGeom prst="roundRect">
          <a:avLst/>
        </a:prstGeom>
        <a:solidFill>
          <a:schemeClr val="accent4">
            <a:hueOff val="-3968684"/>
            <a:satOff val="23910"/>
            <a:lumOff val="191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/>
            <a:t>Issuance of A6.4ER</a:t>
          </a:r>
          <a:endParaRPr lang="zh-TW" altLang="en-US" sz="1200" kern="1200"/>
        </a:p>
      </dsp:txBody>
      <dsp:txXfrm>
        <a:off x="9586106" y="760111"/>
        <a:ext cx="905505" cy="858645"/>
      </dsp:txXfrm>
    </dsp:sp>
    <dsp:sp modelId="{283BD47D-4054-469C-8999-CDDB667336D2}">
      <dsp:nvSpPr>
        <dsp:cNvPr id="0" name=""/>
        <dsp:cNvSpPr/>
      </dsp:nvSpPr>
      <dsp:spPr>
        <a:xfrm>
          <a:off x="10704464" y="713660"/>
          <a:ext cx="998407" cy="951547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200" kern="1200"/>
            <a:t>(Transfer / Use / Cancellation)</a:t>
          </a:r>
          <a:endParaRPr lang="zh-TW" altLang="en-US" sz="1200" kern="1200"/>
        </a:p>
      </dsp:txBody>
      <dsp:txXfrm>
        <a:off x="10750915" y="760111"/>
        <a:ext cx="905505" cy="8586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4A3A2E-9F84-476F-9ECA-6BD67B69CFDB}" type="datetimeFigureOut">
              <a:rPr lang="zh-TW" altLang="en-US" smtClean="0"/>
              <a:t>2026/1/16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570BC-9765-4136-B59C-42BAFEB43D3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442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71C0AA8-4818-E79F-8A19-9653E26E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" r="195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484187"/>
            <a:ext cx="9931400" cy="1470025"/>
          </a:xfrm>
        </p:spPr>
        <p:txBody>
          <a:bodyPr/>
          <a:lstStyle>
            <a:lvl1pPr algn="l">
              <a:defRPr b="1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32000" y="2146300"/>
            <a:ext cx="8534400" cy="711200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1107688" cy="36512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E4B57220-1E1E-4FF5-BCC7-F037DA636FF7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 b="1">
                <a:solidFill>
                  <a:schemeClr val="bg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47142" y="6356353"/>
            <a:ext cx="535258" cy="36512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>
              <a:defRPr b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52D9E5B1-13C6-D757-AF33-AA17E9C71E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6352"/>
            <a:ext cx="12211516" cy="68643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724028"/>
            <a:ext cx="10363200" cy="1470025"/>
          </a:xfrm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733800"/>
            <a:ext cx="8534400" cy="11906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92E92-97E6-41C8-A5BE-2E0859ABCA98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2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5AB2F-409D-435E-A3EF-AEE3483743CA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E20190B-836D-6931-5422-BB4228C552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 algn="l">
              <a:defRPr b="1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600203"/>
            <a:ext cx="5384800" cy="4525963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v"/>
              <a:defRPr sz="2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20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600203"/>
            <a:ext cx="5384800" cy="4525963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v"/>
              <a:defRPr sz="2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20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6B939EA-4573-469F-AF47-CA1B34E07006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645D9CC-4A6B-7B1D-03B6-BA4EF318E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3"/>
            <a:ext cx="5386917" cy="639762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b"/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174875"/>
            <a:ext cx="5386917" cy="3951288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 sz="2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0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69" y="1535113"/>
            <a:ext cx="5389033" cy="639762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b"/>
          <a:lstStyle>
            <a:lvl1pPr marL="0" indent="0">
              <a:buNone/>
              <a:defRPr sz="2400" b="1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369" y="2174875"/>
            <a:ext cx="5389033" cy="3951288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 sz="2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0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6876945-4473-41CB-9E25-501242B38913}" type="datetime1">
              <a:rPr lang="en-US" altLang="zh-TW" smtClean="0"/>
              <a:pPr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47A31E-2366-0EB3-D9B1-1F9BBEB8E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 algn="l">
              <a:defRPr b="1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4A94A33-7FC6-9300-CC87-A0E8E2F45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79365C44-E492-2ABE-78A0-3BA5B11BF162}"/>
              </a:ext>
            </a:extLst>
          </p:cNvPr>
          <p:cNvSpPr/>
          <p:nvPr userDrawn="1"/>
        </p:nvSpPr>
        <p:spPr>
          <a:xfrm>
            <a:off x="508000" y="223838"/>
            <a:ext cx="11074400" cy="1244600"/>
          </a:xfrm>
          <a:prstGeom prst="roundRect">
            <a:avLst>
              <a:gd name="adj" fmla="val 25851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 b="1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23992C3-3C45-44A6-9604-74DD21862C27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4A94A33-7FC6-9300-CC87-A0E8E2F451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79365C44-E492-2ABE-78A0-3BA5B11BF162}"/>
              </a:ext>
            </a:extLst>
          </p:cNvPr>
          <p:cNvSpPr/>
          <p:nvPr userDrawn="1"/>
        </p:nvSpPr>
        <p:spPr>
          <a:xfrm>
            <a:off x="508000" y="223838"/>
            <a:ext cx="11074400" cy="1244600"/>
          </a:xfrm>
          <a:prstGeom prst="roundRect">
            <a:avLst>
              <a:gd name="adj" fmla="val 25851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 b="1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8F01FC2-CB0D-4576-936A-934FE835038F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04A94A33-7FC6-9300-CC87-A0E8E2F451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7" name="矩形: 圓角 6">
            <a:extLst>
              <a:ext uri="{FF2B5EF4-FFF2-40B4-BE49-F238E27FC236}">
                <a16:creationId xmlns:a16="http://schemas.microsoft.com/office/drawing/2014/main" id="{79365C44-E492-2ABE-78A0-3BA5B11BF162}"/>
              </a:ext>
            </a:extLst>
          </p:cNvPr>
          <p:cNvSpPr/>
          <p:nvPr userDrawn="1"/>
        </p:nvSpPr>
        <p:spPr>
          <a:xfrm>
            <a:off x="508000" y="223838"/>
            <a:ext cx="11074400" cy="1244600"/>
          </a:xfrm>
          <a:prstGeom prst="roundRect">
            <a:avLst>
              <a:gd name="adj" fmla="val 25851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 b="1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0E667443-3F16-4FBF-9AFD-A9FB56F8D7A3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4F76BE07-A7F9-8482-D95D-D4A5730FF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87500"/>
            <a:ext cx="10972800" cy="463232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 marL="444500" indent="-44450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"/>
              <a:defRPr>
                <a:solidFill>
                  <a:schemeClr val="bg1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40051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33E403C8-1CD0-DF47-A30B-C99FB9EE43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>
            <a:lvl1pPr algn="l">
              <a:defRPr b="1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892098" cy="36512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B98EDC1-C1FD-4C22-BBDB-FB0F7A99E763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76761" y="6356353"/>
            <a:ext cx="9054790" cy="36512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28917" y="6356353"/>
            <a:ext cx="453483" cy="365125"/>
          </a:xfrm>
          <a:prstGeom prst="roundRect">
            <a:avLst>
              <a:gd name="adj" fmla="val 23531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4F76BE07-A7F9-8482-D95D-D4A5730FF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87500"/>
            <a:ext cx="10972800" cy="4632325"/>
          </a:xfrm>
          <a:prstGeom prst="roundRect">
            <a:avLst>
              <a:gd name="adj" fmla="val 5433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 marL="444500" indent="-44450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"/>
              <a:defRPr sz="24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4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035050" indent="-292100">
              <a:defRPr sz="20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01750" indent="-260350">
              <a:defRPr sz="20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574800" indent="-266700">
              <a:defRPr sz="18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19607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33E403C8-1CD0-DF47-A30B-C99FB9EE43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D20FECF4-CC4A-6B06-4612-7A07EE061559}"/>
              </a:ext>
            </a:extLst>
          </p:cNvPr>
          <p:cNvSpPr/>
          <p:nvPr userDrawn="1"/>
        </p:nvSpPr>
        <p:spPr>
          <a:xfrm>
            <a:off x="0" y="1473200"/>
            <a:ext cx="12192000" cy="5384800"/>
          </a:xfrm>
          <a:prstGeom prst="roundRect">
            <a:avLst>
              <a:gd name="adj" fmla="val 4749"/>
            </a:avLst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892098" cy="36512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B98EDC1-C1FD-4C22-BBDB-FB0F7A99E763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76761" y="6356353"/>
            <a:ext cx="9054790" cy="36512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28917" y="6356353"/>
            <a:ext cx="453483" cy="365125"/>
          </a:xfrm>
          <a:prstGeom prst="roundRect">
            <a:avLst>
              <a:gd name="adj" fmla="val 23531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4F76BE07-A7F9-8482-D95D-D4A5730FF8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87500"/>
            <a:ext cx="10972800" cy="4632325"/>
          </a:xfrm>
          <a:prstGeom prst="roundRect">
            <a:avLst>
              <a:gd name="adj" fmla="val 2554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 marL="444500" indent="-44450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"/>
              <a:defRPr sz="24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4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035050" indent="-292100">
              <a:defRPr sz="20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01750" indent="-260350">
              <a:defRPr sz="20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574800" indent="-266700">
              <a:defRPr sz="18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64A991D-CF5D-F93A-19C6-52500CD9BD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>
            <a:lvl1pPr algn="l">
              <a:defRPr b="1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內容版面配置區 8">
            <a:extLst>
              <a:ext uri="{FF2B5EF4-FFF2-40B4-BE49-F238E27FC236}">
                <a16:creationId xmlns:a16="http://schemas.microsoft.com/office/drawing/2014/main" id="{E3597591-3202-E4BE-66A4-C03B3C8E0A7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43635" y="1085850"/>
            <a:ext cx="5836115" cy="331788"/>
          </a:xfrm>
        </p:spPr>
        <p:txBody>
          <a:bodyPr anchor="ctr"/>
          <a:lstStyle>
            <a:lvl1pPr algn="r">
              <a:buFontTx/>
              <a:buNone/>
              <a:defRPr sz="24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20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94790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33E403C8-1CD0-DF47-A30B-C99FB9EE43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D94E23C9-B087-80AC-D8D1-68EE635532B8}"/>
              </a:ext>
            </a:extLst>
          </p:cNvPr>
          <p:cNvSpPr/>
          <p:nvPr userDrawn="1"/>
        </p:nvSpPr>
        <p:spPr>
          <a:xfrm>
            <a:off x="130629" y="1417638"/>
            <a:ext cx="11907825" cy="5303840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29389" y="6356353"/>
            <a:ext cx="972309" cy="36512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B98EDC1-C1FD-4C22-BBDB-FB0F7A99E763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76761" y="6356353"/>
            <a:ext cx="9054790" cy="36512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28917" y="6356353"/>
            <a:ext cx="453483" cy="365125"/>
          </a:xfrm>
          <a:prstGeom prst="roundRect">
            <a:avLst>
              <a:gd name="adj" fmla="val 23531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30DA4C6-1720-DAAE-ADEE-DA8B012191C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1" y="1491916"/>
            <a:ext cx="10972800" cy="4634250"/>
          </a:xfrm>
          <a:prstGeom prst="roundRect">
            <a:avLst>
              <a:gd name="adj" fmla="val 325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"/>
              <a:defRPr sz="28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24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20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4803806-8E84-05BE-EF0D-37F9E2FB2F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  <a:prstGeom prst="roundRect">
            <a:avLst>
              <a:gd name="adj" fmla="val 10652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>
            <a:lvl1pPr algn="l">
              <a:defRPr b="1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內容版面配置區 8">
            <a:extLst>
              <a:ext uri="{FF2B5EF4-FFF2-40B4-BE49-F238E27FC236}">
                <a16:creationId xmlns:a16="http://schemas.microsoft.com/office/drawing/2014/main" id="{BD0D929D-1B4A-3286-F5F2-0B8DEE34BAC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57385" y="1085850"/>
            <a:ext cx="5836115" cy="331788"/>
          </a:xfrm>
          <a:prstGeom prst="roundRect">
            <a:avLst>
              <a:gd name="adj" fmla="val 18739"/>
            </a:avLst>
          </a:prstGeom>
        </p:spPr>
        <p:txBody>
          <a:bodyPr anchor="ctr"/>
          <a:lstStyle>
            <a:lvl1pPr algn="r">
              <a:buFontTx/>
              <a:buNone/>
              <a:defRPr sz="24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0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>
              <a:defRPr sz="20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>
              <a:defRPr sz="20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>
              <a:defRPr sz="2000">
                <a:solidFill>
                  <a:schemeClr val="bg2">
                    <a:lumMod val="5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07083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33E403C8-1CD0-DF47-A30B-C99FB9EE43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D94E23C9-B087-80AC-D8D1-68EE635532B8}"/>
              </a:ext>
            </a:extLst>
          </p:cNvPr>
          <p:cNvSpPr/>
          <p:nvPr userDrawn="1"/>
        </p:nvSpPr>
        <p:spPr>
          <a:xfrm>
            <a:off x="130629" y="1101940"/>
            <a:ext cx="11907825" cy="561953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29389" y="6356353"/>
            <a:ext cx="972309" cy="36512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B98EDC1-C1FD-4C22-BBDB-FB0F7A99E763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76761" y="6356353"/>
            <a:ext cx="9054790" cy="36512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28917" y="6356353"/>
            <a:ext cx="453483" cy="365125"/>
          </a:xfrm>
          <a:prstGeom prst="roundRect">
            <a:avLst>
              <a:gd name="adj" fmla="val 23531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文字版面配置區 10">
            <a:extLst>
              <a:ext uri="{FF2B5EF4-FFF2-40B4-BE49-F238E27FC236}">
                <a16:creationId xmlns:a16="http://schemas.microsoft.com/office/drawing/2014/main" id="{980AC958-2699-27BF-8360-F1804A3CD7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161908"/>
            <a:ext cx="10972800" cy="5057918"/>
          </a:xfrm>
          <a:prstGeom prst="roundRect">
            <a:avLst>
              <a:gd name="adj" fmla="val 2554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 marL="444500" indent="-444500"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"/>
              <a:defRPr sz="24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>
              <a:defRPr sz="24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2pPr>
            <a:lvl3pPr marL="1035050" indent="-292100">
              <a:defRPr sz="20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3pPr>
            <a:lvl4pPr marL="1301750" indent="-260350">
              <a:defRPr sz="20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4pPr>
            <a:lvl5pPr marL="1574800" indent="-266700">
              <a:defRPr sz="1800">
                <a:solidFill>
                  <a:schemeClr val="bg1">
                    <a:lumMod val="8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4761F4-ED95-0FEB-955B-DFEA059E54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74289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>
              <a:defRPr b="1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2241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645D9CC-4A6B-7B1D-03B6-BA4EF318E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2" name="矩形: 圓角 1">
            <a:extLst>
              <a:ext uri="{FF2B5EF4-FFF2-40B4-BE49-F238E27FC236}">
                <a16:creationId xmlns:a16="http://schemas.microsoft.com/office/drawing/2014/main" id="{D80CF289-0161-A80E-8BE0-233030091AD4}"/>
              </a:ext>
            </a:extLst>
          </p:cNvPr>
          <p:cNvSpPr/>
          <p:nvPr userDrawn="1"/>
        </p:nvSpPr>
        <p:spPr>
          <a:xfrm>
            <a:off x="130629" y="1101940"/>
            <a:ext cx="11907825" cy="561953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472" y="1160535"/>
            <a:ext cx="5688045" cy="639762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b"/>
          <a:lstStyle>
            <a:lvl1pPr marL="0" indent="0">
              <a:buNone/>
              <a:defRPr sz="2400" b="1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08472" y="1884709"/>
            <a:ext cx="5688045" cy="4241454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buClr>
                <a:srgbClr val="FFC000"/>
              </a:buClr>
              <a:buFont typeface="Wingdings" panose="05000000000000000000" pitchFamily="2" charset="2"/>
              <a:buChar char="1"/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buClr>
                <a:srgbClr val="FFC000"/>
              </a:buClr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8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6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6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69" y="1160535"/>
            <a:ext cx="5688045" cy="639762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b"/>
          <a:lstStyle>
            <a:lvl1pPr marL="0" indent="0">
              <a:buNone/>
              <a:defRPr sz="2400" b="1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6876945-4473-41CB-9E25-501242B38913}" type="datetime1">
              <a:rPr lang="en-US" altLang="zh-TW" smtClean="0"/>
              <a:pPr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887E178-61A0-7076-BEB8-70E9E652B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74289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>
              <a:defRPr b="1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B3933C3-1B97-AAA4-CA9A-05C75D21D74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3369" y="1884709"/>
            <a:ext cx="5688045" cy="4241454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buClr>
                <a:srgbClr val="FFC000"/>
              </a:buClr>
              <a:buFont typeface="Wingdings" panose="05000000000000000000" pitchFamily="2" charset="2"/>
              <a:buChar char="1"/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buClr>
                <a:srgbClr val="FFC000"/>
              </a:buClr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8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6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6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6354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33E403C8-1CD0-DF47-A30B-C99FB9EE43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D20FECF4-CC4A-6B06-4612-7A07EE061559}"/>
              </a:ext>
            </a:extLst>
          </p:cNvPr>
          <p:cNvSpPr/>
          <p:nvPr userDrawn="1"/>
        </p:nvSpPr>
        <p:spPr>
          <a:xfrm>
            <a:off x="130629" y="1101940"/>
            <a:ext cx="11907825" cy="561953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74289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>
              <a:defRPr b="1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29389" y="6356353"/>
            <a:ext cx="972309" cy="36512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B98EDC1-C1FD-4C22-BBDB-FB0F7A99E763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76761" y="6356353"/>
            <a:ext cx="9054790" cy="36512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28917" y="6356353"/>
            <a:ext cx="453483" cy="365125"/>
          </a:xfrm>
          <a:prstGeom prst="roundRect">
            <a:avLst>
              <a:gd name="adj" fmla="val 23531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4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33E403C8-1CD0-DF47-A30B-C99FB9EE43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D20FECF4-CC4A-6B06-4612-7A07EE061559}"/>
              </a:ext>
            </a:extLst>
          </p:cNvPr>
          <p:cNvSpPr/>
          <p:nvPr userDrawn="1"/>
        </p:nvSpPr>
        <p:spPr>
          <a:xfrm>
            <a:off x="130629" y="1082675"/>
            <a:ext cx="11907825" cy="5229225"/>
          </a:xfrm>
          <a:prstGeom prst="roundRect">
            <a:avLst>
              <a:gd name="adj" fmla="val 2260"/>
            </a:avLst>
          </a:prstGeom>
          <a:solidFill>
            <a:schemeClr val="bg1">
              <a:lumMod val="95000"/>
              <a:alpha val="64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742890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>
              <a:defRPr b="1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29389" y="6356353"/>
            <a:ext cx="972309" cy="36512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B98EDC1-C1FD-4C22-BBDB-FB0F7A99E763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76761" y="6356353"/>
            <a:ext cx="9054790" cy="36512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28917" y="6356353"/>
            <a:ext cx="453483" cy="365125"/>
          </a:xfrm>
          <a:prstGeom prst="roundRect">
            <a:avLst>
              <a:gd name="adj" fmla="val 23531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3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E20190B-836D-6931-5422-BB4228C552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D24C55B-223C-C87F-33EB-B5495BC6A901}"/>
              </a:ext>
            </a:extLst>
          </p:cNvPr>
          <p:cNvSpPr/>
          <p:nvPr userDrawn="1"/>
        </p:nvSpPr>
        <p:spPr>
          <a:xfrm>
            <a:off x="130629" y="1101940"/>
            <a:ext cx="11907825" cy="561953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73025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>
              <a:defRPr lang="en-US" b="1" dirty="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algn="l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279529"/>
            <a:ext cx="5384800" cy="4846637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v"/>
              <a:defRPr sz="2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20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279529"/>
            <a:ext cx="5384800" cy="4846637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buClr>
                <a:schemeClr val="bg2">
                  <a:lumMod val="50000"/>
                </a:schemeClr>
              </a:buClr>
              <a:buFont typeface="Wingdings" panose="05000000000000000000" pitchFamily="2" charset="2"/>
              <a:buChar char="v"/>
              <a:defRPr sz="2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4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20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6B939EA-4573-469F-AF47-CA1B34E07006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159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E20190B-836D-6931-5422-BB4228C552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D24C55B-223C-C87F-33EB-B5495BC6A901}"/>
              </a:ext>
            </a:extLst>
          </p:cNvPr>
          <p:cNvSpPr/>
          <p:nvPr userDrawn="1"/>
        </p:nvSpPr>
        <p:spPr>
          <a:xfrm>
            <a:off x="130629" y="1101940"/>
            <a:ext cx="11907825" cy="561953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73025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>
              <a:defRPr lang="en-US" b="1" dirty="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algn="l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2234" y="1159727"/>
            <a:ext cx="5682166" cy="4966439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buClr>
                <a:srgbClr val="FFC000"/>
              </a:buClr>
              <a:buFont typeface="Wingdings" panose="05000000000000000000" pitchFamily="2" charset="2"/>
              <a:buChar char="1"/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994400" y="1159727"/>
            <a:ext cx="5989444" cy="4966439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buClr>
                <a:srgbClr val="FFC000"/>
              </a:buClr>
              <a:buFont typeface="Wingdings" panose="05000000000000000000" pitchFamily="2" charset="2"/>
              <a:buChar char="1"/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2000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06B939EA-4573-469F-AF47-CA1B34E07006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750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33E403C8-1CD0-DF47-A30B-C99FB9EE43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742890"/>
          </a:xfrm>
          <a:prstGeom prst="roundRect">
            <a:avLst/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 algn="l">
              <a:defRPr b="1">
                <a:solidFill>
                  <a:schemeClr val="tx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20FECF4-CC4A-6B06-4612-7A07EE061559}"/>
              </a:ext>
            </a:extLst>
          </p:cNvPr>
          <p:cNvSpPr/>
          <p:nvPr userDrawn="1"/>
        </p:nvSpPr>
        <p:spPr>
          <a:xfrm>
            <a:off x="142087" y="1101940"/>
            <a:ext cx="11907825" cy="5619538"/>
          </a:xfrm>
          <a:prstGeom prst="roundRect">
            <a:avLst>
              <a:gd name="adj" fmla="val 1345"/>
            </a:avLst>
          </a:prstGeom>
          <a:solidFill>
            <a:schemeClr val="bg2">
              <a:lumMod val="9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29389" y="6356353"/>
            <a:ext cx="972309" cy="365125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1B98EDC1-C1FD-4C22-BBDB-FB0F7A99E763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76761" y="6356353"/>
            <a:ext cx="9054790" cy="36512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128917" y="6356353"/>
            <a:ext cx="453483" cy="365125"/>
          </a:xfrm>
          <a:prstGeom prst="roundRect">
            <a:avLst>
              <a:gd name="adj" fmla="val 23531"/>
            </a:avLst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26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250D2DB-B30E-DA13-C07E-025B5C6AB6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4" y="14869"/>
            <a:ext cx="457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97-E6DE-4813-968B-527A7745AD52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3AEC48F2-D306-16AA-C3C1-906EC4018E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59400" y="1498600"/>
            <a:ext cx="6400800" cy="4584700"/>
          </a:xfrm>
        </p:spPr>
        <p:txBody>
          <a:bodyPr numCol="2"/>
          <a:lstStyle>
            <a:lvl1pPr marL="444500" indent="-444500">
              <a:lnSpc>
                <a:spcPct val="150000"/>
              </a:lnSpc>
              <a:buFont typeface="Wingdings 2" panose="05020102010507070707" pitchFamily="18" charset="2"/>
              <a:buChar char="E"/>
              <a:defRPr sz="2800" b="1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468654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51ED52A-6E93-D0FB-08BA-AB2C981B8E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914900" cy="6819900"/>
          </a:xfrm>
          <a:prstGeom prst="rect">
            <a:avLst/>
          </a:prstGeom>
          <a:effectLst>
            <a:glow rad="609600">
              <a:schemeClr val="tx1">
                <a:lumMod val="75000"/>
                <a:lumOff val="25000"/>
                <a:alpha val="96000"/>
              </a:schemeClr>
            </a:glow>
          </a:effec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3E6E5-CF1C-4EBF-9278-CCF75F70E7C3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3AEC48F2-D306-16AA-C3C1-906EC4018E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59400" y="1498600"/>
            <a:ext cx="6400800" cy="4584700"/>
          </a:xfrm>
        </p:spPr>
        <p:txBody>
          <a:bodyPr numCol="2"/>
          <a:lstStyle>
            <a:lvl1pPr marL="444500" indent="-444500">
              <a:lnSpc>
                <a:spcPct val="150000"/>
              </a:lnSpc>
              <a:buFont typeface="Wingdings 2" panose="05020102010507070707" pitchFamily="18" charset="2"/>
              <a:buChar char="E"/>
              <a:defRPr sz="2800" b="1">
                <a:solidFill>
                  <a:schemeClr val="bg2">
                    <a:lumMod val="50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93986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62928CE-15FB-49B4-BBC0-4EF326CB8F4E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25BF8-EC2A-443B-8304-56B8381CA7F5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19CA4-8CDE-4D98-A87C-26E7F2C72BFD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20881-7C3D-45CC-8B51-0DB60D460298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C163-6BF2-41A5-92F4-82E1F1D9D379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82074-D86A-4B66-8556-4E7A91EE0C58}" type="datetime1">
              <a:rPr lang="en-US" altLang="zh-TW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2" r:id="rId4"/>
    <p:sldLayoutId id="2147483653" r:id="rId5"/>
    <p:sldLayoutId id="2147483654" r:id="rId6"/>
    <p:sldLayoutId id="2147483665" r:id="rId7"/>
    <p:sldLayoutId id="2147483663" r:id="rId8"/>
    <p:sldLayoutId id="2147483664" r:id="rId9"/>
    <p:sldLayoutId id="2147483669" r:id="rId10"/>
    <p:sldLayoutId id="2147483674" r:id="rId11"/>
    <p:sldLayoutId id="2147483671" r:id="rId12"/>
    <p:sldLayoutId id="2147483676" r:id="rId13"/>
    <p:sldLayoutId id="2147483670" r:id="rId14"/>
    <p:sldLayoutId id="2147483677" r:id="rId15"/>
    <p:sldLayoutId id="2147483672" r:id="rId16"/>
    <p:sldLayoutId id="2147483675" r:id="rId17"/>
    <p:sldLayoutId id="2147483673" r:id="rId18"/>
    <p:sldLayoutId id="2147483668" r:id="rId19"/>
    <p:sldLayoutId id="2147483660" r:id="rId20"/>
    <p:sldLayoutId id="2147483655" r:id="rId21"/>
    <p:sldLayoutId id="2147483656" r:id="rId22"/>
    <p:sldLayoutId id="2147483657" r:id="rId23"/>
    <p:sldLayoutId id="2147483658" r:id="rId24"/>
    <p:sldLayoutId id="2147483659" r:id="rId2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6A37377E-DA79-5017-8FC4-23F254706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C20C7F8-7334-1FA2-3E95-B63BED2A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DA066D-E651-4570-F79A-8788C6EBBE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29" b="8901"/>
          <a:stretch>
            <a:fillRect/>
          </a:stretch>
        </p:blipFill>
        <p:spPr bwMode="auto">
          <a:xfrm>
            <a:off x="711436" y="1264444"/>
            <a:ext cx="10769127" cy="484470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24650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A110C5-8604-A0ED-199B-2312D4175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BAF21AC-7496-E162-EA46-89740CE51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101832E-9C6B-BFC6-E0BE-3FAEBE950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209" y="1348163"/>
            <a:ext cx="9395951" cy="491036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74208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A16B58-4D2C-F256-9F65-B3F4491A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E397CDC-BCCB-3E42-B45A-15112BF79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FCF9D9B-283C-3016-2758-F6F5F5D7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32" y="1804969"/>
            <a:ext cx="10497536" cy="324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86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FB8658-1BAF-F85A-D419-0444199E3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Project Life Cycle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B619372-3B05-5CA9-A638-39775CC5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8DDBF6BC-D08A-0B4E-2004-66A0CD9EB3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8226339"/>
              </p:ext>
            </p:extLst>
          </p:nvPr>
        </p:nvGraphicFramePr>
        <p:xfrm>
          <a:off x="297656" y="1514476"/>
          <a:ext cx="11710988" cy="237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9981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B3F20A5-C28D-B95A-FE11-31454DB5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ED34859-08E6-4B57-0923-2961684E1F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TW" dirty="0"/>
              <a:t>PDD</a:t>
            </a:r>
            <a:r>
              <a:rPr lang="zh-TW" altLang="en-US" dirty="0"/>
              <a:t> 設計</a:t>
            </a:r>
          </a:p>
        </p:txBody>
      </p:sp>
    </p:spTree>
    <p:extLst>
      <p:ext uri="{BB962C8B-B14F-4D97-AF65-F5344CB8AC3E}">
        <p14:creationId xmlns:p14="http://schemas.microsoft.com/office/powerpoint/2010/main" val="344550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483B581A-7DC9-446A-E90D-24D08E003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BASIC INFORMATION(1) </a:t>
            </a:r>
            <a:endParaRPr lang="en-US" altLang="zh-TW" b="0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A06F9FF1-3A0D-8289-0077-88282FE15F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8472" y="1884708"/>
            <a:ext cx="5688045" cy="4241455"/>
          </a:xfrm>
        </p:spPr>
        <p:txBody>
          <a:bodyPr>
            <a:normAutofit/>
          </a:bodyPr>
          <a:lstStyle/>
          <a:p>
            <a:r>
              <a:rPr lang="en-US" altLang="zh-TW" dirty="0"/>
              <a:t>Project Title</a:t>
            </a:r>
          </a:p>
          <a:p>
            <a:r>
              <a:rPr lang="en-GB" altLang="zh-TW" dirty="0"/>
              <a:t>UNFCCC project reference number</a:t>
            </a:r>
          </a:p>
          <a:p>
            <a:r>
              <a:rPr lang="en-GB" altLang="zh-TW" dirty="0"/>
              <a:t>Host Party</a:t>
            </a:r>
          </a:p>
          <a:p>
            <a:r>
              <a:rPr lang="en-GB" altLang="zh-TW" dirty="0"/>
              <a:t>Other participating Parties</a:t>
            </a:r>
          </a:p>
          <a:p>
            <a:r>
              <a:rPr lang="en-GB" altLang="zh-TW" dirty="0"/>
              <a:t>Activity participant(s)</a:t>
            </a:r>
          </a:p>
          <a:p>
            <a:r>
              <a:rPr lang="en-GB" altLang="zh-TW" dirty="0"/>
              <a:t>PDD version number</a:t>
            </a:r>
          </a:p>
          <a:p>
            <a:r>
              <a:rPr lang="en-GB" altLang="zh-TW" dirty="0"/>
              <a:t>PDD completion date</a:t>
            </a:r>
          </a:p>
          <a:p>
            <a:r>
              <a:rPr lang="en-GB" altLang="zh-TW" dirty="0"/>
              <a:t>Applied methodologies and standardised baselines, and their versions</a:t>
            </a:r>
          </a:p>
          <a:p>
            <a:r>
              <a:rPr lang="en-GB" altLang="zh-TW" dirty="0"/>
              <a:t>Sectoral scope(s)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417407F6-8D70-DB18-56FB-CBBEB37E2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 dirty="0"/>
              <a:t>BASIC INFORMATION(1)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F8C8C59-A9A5-A21C-175E-4D1A98FA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EFF07E95-10C1-378F-D580-4E82BC99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BASIC INFORMATION</a:t>
            </a:r>
            <a:endParaRPr lang="zh-TW" altLang="en-US" dirty="0"/>
          </a:p>
        </p:txBody>
      </p:sp>
      <p:sp>
        <p:nvSpPr>
          <p:cNvPr id="10" name="內容版面配置區 9">
            <a:extLst>
              <a:ext uri="{FF2B5EF4-FFF2-40B4-BE49-F238E27FC236}">
                <a16:creationId xmlns:a16="http://schemas.microsoft.com/office/drawing/2014/main" id="{3CF8523A-055C-A435-86FF-288FDCA0D76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GB" altLang="zh-TW" dirty="0"/>
              <a:t>Type of the project</a:t>
            </a:r>
          </a:p>
          <a:p>
            <a:r>
              <a:rPr lang="en-GB" altLang="zh-TW" dirty="0"/>
              <a:t>Estimated annual emission reductions or net removals over the crediting period (tCO</a:t>
            </a:r>
            <a:r>
              <a:rPr lang="en-GB" altLang="zh-TW" baseline="-25000" dirty="0"/>
              <a:t>2</a:t>
            </a:r>
            <a:r>
              <a:rPr lang="en-GB" altLang="zh-TW" dirty="0"/>
              <a:t>e/year)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32433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C9CD18EA-510A-2F66-2D5D-F2668B2F3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A.1.</a:t>
            </a:r>
            <a:r>
              <a:rPr lang="en-GB" altLang="zh-TW" dirty="0"/>
              <a:t> Project purpose and general description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D5959A-7200-B475-54DC-3E7E47AA31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BBEA81A-F351-3F3B-CE62-2723B5A0C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TW" dirty="0"/>
              <a:t>A.2. </a:t>
            </a:r>
            <a:r>
              <a:rPr lang="en-US" altLang="zh-TW"/>
              <a:t>Confirmation that the project aligns with the A6.4 activity types indicated by the host Party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DE2006-E0E8-D612-CC1D-0AF3EAE9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標題 5">
            <a:extLst>
              <a:ext uri="{FF2B5EF4-FFF2-40B4-BE49-F238E27FC236}">
                <a16:creationId xmlns:a16="http://schemas.microsoft.com/office/drawing/2014/main" id="{15AE5955-ED0C-D23A-F2F7-4E310440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SECTION</a:t>
            </a:r>
            <a:r>
              <a:rPr lang="zh-TW" altLang="en-US" dirty="0"/>
              <a:t> </a:t>
            </a:r>
            <a:r>
              <a:rPr lang="en-US" altLang="zh-TW" dirty="0"/>
              <a:t>A.</a:t>
            </a:r>
            <a:r>
              <a:rPr lang="en-GB" altLang="zh-TW" dirty="0"/>
              <a:t> Project description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3157ACAE-36B5-5C8D-9B15-4DF9BC2F8D4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6220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3230</TotalTime>
  <Words>147</Words>
  <Application>Microsoft Office PowerPoint</Application>
  <PresentationFormat>寬螢幕</PresentationFormat>
  <Paragraphs>36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Microsoft JhengHei UI</vt:lpstr>
      <vt:lpstr>Microsoft YaHei</vt:lpstr>
      <vt:lpstr>Microsoft YaHei UI</vt:lpstr>
      <vt:lpstr>Arial</vt:lpstr>
      <vt:lpstr>Calibri</vt:lpstr>
      <vt:lpstr>Wingdings</vt:lpstr>
      <vt:lpstr>Wingdings 2</vt:lpstr>
      <vt:lpstr>Office Theme</vt:lpstr>
      <vt:lpstr>PowerPoint 簡報</vt:lpstr>
      <vt:lpstr>PowerPoint 簡報</vt:lpstr>
      <vt:lpstr>PowerPoint 簡報</vt:lpstr>
      <vt:lpstr>Project Life Cycle</vt:lpstr>
      <vt:lpstr>PowerPoint 簡報</vt:lpstr>
      <vt:lpstr>BASIC INFORMATION</vt:lpstr>
      <vt:lpstr>SECTION A. Project description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Porsche Chen</dc:creator>
  <cp:keywords/>
  <dc:description>generated using python-pptx</dc:description>
  <cp:lastModifiedBy>Porsche Chen</cp:lastModifiedBy>
  <cp:revision>48</cp:revision>
  <dcterms:created xsi:type="dcterms:W3CDTF">2013-01-27T09:14:16Z</dcterms:created>
  <dcterms:modified xsi:type="dcterms:W3CDTF">2026-01-16T04:34:04Z</dcterms:modified>
  <cp:category/>
</cp:coreProperties>
</file>